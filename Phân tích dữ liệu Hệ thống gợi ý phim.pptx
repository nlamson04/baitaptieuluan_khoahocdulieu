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82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137319"/>
            <a:ext cx="20104100" cy="11308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C7B413-93CB-D9EB-50F6-942BA65C8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050" y="2987675"/>
            <a:ext cx="8750774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0" y="61119"/>
            <a:ext cx="20104100" cy="113085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6E56DD-05C3-8B86-A2F2-61D3EB2A1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140075"/>
            <a:ext cx="9176360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E5FF21-99E0-4322-1E92-42C0CFF13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050" y="2682875"/>
            <a:ext cx="8763000" cy="6934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Lê Hoài Anh</cp:lastModifiedBy>
  <cp:revision>1</cp:revision>
  <dcterms:created xsi:type="dcterms:W3CDTF">2026-06-20T16:46:44Z</dcterms:created>
  <dcterms:modified xsi:type="dcterms:W3CDTF">2026-06-20T17:01:06Z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2026-06-20T00:00:00Z</vt:filetime>
  </property>
  <property fmtid="{D5CDD505-2E9C-101B-9397-08002B2CF9AE}" pid="3" name="LastSaved">
    <vt:filetime>2026-06-20T00:00:00Z</vt:filetime>
  </property>
  <property fmtid="{D5CDD505-2E9C-101B-9397-08002B2CF9AE}" pid="4" name="Producer">
    <vt:lpwstr>3-Heights(TM) PDF Security Shell 4.8.25.2 (http://www.pdf-tools.com)</vt:lpwstr>
  </property>
</Properties>
</file>